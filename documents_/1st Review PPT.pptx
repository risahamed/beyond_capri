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6" autoAdjust="0"/>
    <p:restoredTop sz="90535" autoAdjust="0"/>
  </p:normalViewPr>
  <p:slideViewPr>
    <p:cSldViewPr>
      <p:cViewPr varScale="1">
        <p:scale>
          <a:sx n="104" d="100"/>
          <a:sy n="104" d="100"/>
        </p:scale>
        <p:origin x="103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719BE-5B04-4BB4-82D2-0B9F6C0E47E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A853E-2785-4DD3-AE98-B8C0A77F1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898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A853E-2785-4DD3-AE98-B8C0A77F1D5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440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7524" y="410517"/>
            <a:ext cx="4308641" cy="776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8725" y="957462"/>
            <a:ext cx="8526780" cy="3319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239026"/>
            <a:ext cx="79044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5625" marR="5080" indent="-181356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Structured Query Language Buddy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2235689"/>
            <a:ext cx="2667000" cy="12952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spc="130" dirty="0">
                <a:latin typeface="Arial"/>
                <a:cs typeface="Arial"/>
              </a:rPr>
              <a:t>Name of Students</a:t>
            </a:r>
            <a:r>
              <a:rPr sz="1600" b="1" spc="-20" dirty="0">
                <a:latin typeface="Arial"/>
                <a:cs typeface="Arial"/>
              </a:rPr>
              <a:t>:</a:t>
            </a:r>
            <a:endParaRPr lang="en-US" sz="1600" b="1" spc="-2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arenR"/>
            </a:pPr>
            <a:r>
              <a:rPr lang="en-IN" sz="1600" b="1" spc="-20" dirty="0">
                <a:latin typeface="Arial"/>
                <a:cs typeface="Arial"/>
              </a:rPr>
              <a:t>Syed Mustafa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20" dirty="0">
                <a:latin typeface="Arial"/>
                <a:cs typeface="Arial"/>
              </a:rPr>
              <a:t>      RRN : </a:t>
            </a:r>
            <a:r>
              <a:rPr lang="en-IN" sz="1600" b="1" spc="-20" dirty="0">
                <a:latin typeface="Arial"/>
                <a:cs typeface="Arial"/>
              </a:rPr>
              <a:t>220171601123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arenR" startAt="2"/>
            </a:pPr>
            <a:r>
              <a:rPr lang="en-IN" sz="1600" b="1" spc="-20" dirty="0" err="1">
                <a:latin typeface="Arial"/>
                <a:cs typeface="Arial"/>
              </a:rPr>
              <a:t>Vipranan</a:t>
            </a:r>
            <a:r>
              <a:rPr lang="en-IN" sz="1600" b="1" spc="-20" dirty="0">
                <a:latin typeface="Arial"/>
                <a:cs typeface="Arial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20" dirty="0">
                <a:latin typeface="Arial"/>
                <a:cs typeface="Arial"/>
              </a:rPr>
              <a:t>       RRN : 220171601130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0092" y="2278131"/>
            <a:ext cx="1643708" cy="7771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IN" sz="1600" b="1" spc="75" dirty="0">
                <a:latin typeface="Arial"/>
                <a:cs typeface="Arial"/>
              </a:rPr>
              <a:t>Supervisor </a:t>
            </a:r>
            <a:r>
              <a:rPr sz="1600" b="1" spc="75" dirty="0">
                <a:latin typeface="Arial"/>
                <a:cs typeface="Arial"/>
              </a:rPr>
              <a:t>:</a:t>
            </a:r>
            <a:endParaRPr lang="en-US" sz="1600" b="1" spc="75" dirty="0">
              <a:latin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1600" b="1" spc="75" dirty="0">
                <a:latin typeface="Arial"/>
                <a:cs typeface="Arial"/>
              </a:rPr>
              <a:t>D</a:t>
            </a:r>
            <a:r>
              <a:rPr lang="en-IN" sz="1600" b="1" spc="75" dirty="0" err="1">
                <a:latin typeface="Arial"/>
                <a:cs typeface="Arial"/>
              </a:rPr>
              <a:t>r.S.Revathi</a:t>
            </a:r>
            <a:endParaRPr lang="en-IN" sz="1600" b="1" spc="75" dirty="0">
              <a:latin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sz="1600" b="1" spc="75" dirty="0">
                <a:latin typeface="Arial"/>
                <a:cs typeface="Arial"/>
              </a:rPr>
              <a:t>P</a:t>
            </a:r>
            <a:r>
              <a:rPr lang="en-IN" sz="1600" b="1" spc="75" dirty="0" err="1">
                <a:latin typeface="Arial"/>
                <a:cs typeface="Arial"/>
              </a:rPr>
              <a:t>rofessor</a:t>
            </a:r>
            <a:r>
              <a:rPr lang="en-IN" sz="1600" b="1" spc="75" dirty="0">
                <a:latin typeface="Arial"/>
                <a:cs typeface="Arial"/>
              </a:rPr>
              <a:t> CSE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9272" y="4248150"/>
            <a:ext cx="711275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800"/>
              </a:spcBef>
            </a:pPr>
            <a:r>
              <a:rPr sz="2000" b="1" dirty="0" err="1">
                <a:latin typeface="Arial"/>
                <a:cs typeface="Arial"/>
              </a:rPr>
              <a:t>Domai</a:t>
            </a:r>
            <a:r>
              <a:rPr lang="en-IN" sz="2000" b="1" dirty="0">
                <a:latin typeface="Arial"/>
                <a:cs typeface="Arial"/>
              </a:rPr>
              <a:t>n</a:t>
            </a:r>
            <a:r>
              <a:rPr lang="en-IN" sz="2000" b="1" spc="-55" dirty="0">
                <a:latin typeface="Arial"/>
                <a:cs typeface="Arial"/>
              </a:rPr>
              <a:t> of Project</a:t>
            </a:r>
            <a:r>
              <a:rPr lang="en-IN" sz="2000" b="1" spc="-10" dirty="0">
                <a:latin typeface="Arial"/>
                <a:cs typeface="Arial"/>
              </a:rPr>
              <a:t> : Generative AI, NLP,DBMS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6800" y="332936"/>
            <a:ext cx="594248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1400" b="1" dirty="0">
                <a:latin typeface="Arial"/>
                <a:cs typeface="Arial"/>
              </a:rPr>
              <a:t>DEPARTMENT OF COMPUTER SCIENCE AND ENGINEERING 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62025" y="4754037"/>
            <a:ext cx="1555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75" dirty="0">
                <a:solidFill>
                  <a:srgbClr val="595959"/>
                </a:solidFill>
                <a:latin typeface="Arial"/>
                <a:cs typeface="Arial"/>
              </a:rPr>
              <a:t>01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F729D3-0469-871F-0AD6-221E77577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7524" y="410517"/>
            <a:ext cx="4308641" cy="718989"/>
          </a:xfrm>
          <a:prstGeom prst="rect">
            <a:avLst/>
          </a:prstGeom>
        </p:spPr>
        <p:txBody>
          <a:bodyPr vert="horz" wrap="square" lIns="0" tIns="285316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EXISTING SYSTEM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39700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-25" dirty="0">
                <a:solidFill>
                  <a:srgbClr val="595959"/>
                </a:solidFill>
                <a:latin typeface="Arial"/>
                <a:cs typeface="Arial"/>
              </a:rPr>
              <a:t>02</a:t>
            </a:r>
            <a:endParaRPr sz="75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97B9AC-415E-4514-1989-CEC4E0D5C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BCB4D1FE-E93A-4A2A-883E-D47D30783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49" y="1288654"/>
            <a:ext cx="875330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database interaction relies on writing SQL queries, which requires users to have technical knowledge of database schemas, table relationships, and query syntax, making it difficult for non-technical users to access data independently.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users and decision-makers depend on data analysts or developers to retrieve information, which increases response time, creates communication gaps, and slows down data-driven decision-making.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Natural Language to SQL systems are often benchmark-focused, costly, domain-specific, and lack real-world usability, scalability, and user-friendly interfaces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8608" y="158474"/>
            <a:ext cx="4308641" cy="776365"/>
          </a:xfrm>
          <a:prstGeom prst="rect">
            <a:avLst/>
          </a:prstGeom>
        </p:spPr>
        <p:txBody>
          <a:bodyPr vert="horz" wrap="square" lIns="0" tIns="33694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lang="en-US" spc="80" dirty="0"/>
              <a:t>PROPSED SYSTEM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40970" cy="1308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-25" dirty="0">
                <a:latin typeface="Arial"/>
                <a:cs typeface="Arial"/>
              </a:rPr>
              <a:t>0</a:t>
            </a:r>
            <a:r>
              <a:rPr lang="en-US" sz="750" b="1" spc="-25" dirty="0">
                <a:latin typeface="Arial"/>
                <a:cs typeface="Arial"/>
              </a:rPr>
              <a:t>3</a:t>
            </a:r>
            <a:endParaRPr sz="750" dirty="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ECAD36-EAA3-C614-E6A2-969F657B8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E189DD4-4C46-4C4E-A724-1C89DA47A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608" y="1276350"/>
            <a:ext cx="802099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Buddy is a Generative AI–based Natural Language to SQL system that enables users to retrieve information from relational databases by asking queries in plain English.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interprets user intent, maps it to the database schema, generates accurate SQL queries, and executes them to present meaningful results.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Buddy reduces dependency on technical teams, improves productivity, and provides an intuitive interface for faster and more efficient data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514350"/>
            <a:ext cx="4495800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600" dirty="0"/>
              <a:t>OBJECTIVES OF THE PROPOSED SYSTEM</a:t>
            </a:r>
            <a:endParaRPr sz="1600" dirty="0"/>
          </a:p>
        </p:txBody>
      </p:sp>
      <p:sp>
        <p:nvSpPr>
          <p:cNvPr id="5" name="object 5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46050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30" dirty="0">
                <a:latin typeface="Arial"/>
                <a:cs typeface="Arial"/>
              </a:rPr>
              <a:t>04</a:t>
            </a:r>
            <a:endParaRPr sz="75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AC567D-5829-A977-CEB2-ADBC5B150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96475DE-A224-4F8F-AD83-19BDA97B9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63384"/>
            <a:ext cx="84582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system that allows non-technical users to query relational databases using natural language without requiring SQL knowledge.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the generated SQL queries are syntactically correct, semantically meaningful, and aligned with the underlying database schema.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the speed, efficiency, and accessibility of data-driven decision-making processes.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/>
              <a:t>To develop a scalable and user-friendly solution that can be extended with additional features and adapted to different database environments.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62025" y="4751019"/>
            <a:ext cx="143510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-25" dirty="0">
                <a:latin typeface="Arial"/>
                <a:cs typeface="Arial"/>
              </a:rPr>
              <a:t>05</a:t>
            </a:r>
            <a:endParaRPr sz="750"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A0D42A-4A38-24E3-7430-93F35A556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7D9939-7B85-4766-8CC6-64FC7F4AB4DB}"/>
              </a:ext>
            </a:extLst>
          </p:cNvPr>
          <p:cNvSpPr/>
          <p:nvPr/>
        </p:nvSpPr>
        <p:spPr>
          <a:xfrm>
            <a:off x="292091" y="511813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/>
              <a:t>METHODOLOGY USED</a:t>
            </a:r>
            <a:endParaRPr lang="en-IN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B9938-1A31-4D98-A049-1F308E549EFA}"/>
              </a:ext>
            </a:extLst>
          </p:cNvPr>
          <p:cNvSpPr/>
          <p:nvPr/>
        </p:nvSpPr>
        <p:spPr>
          <a:xfrm>
            <a:off x="228600" y="1279088"/>
            <a:ext cx="805242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system first processes the user’s natural language input to identify intent, keywords, conditions, and required operations such as filtering or aggregation.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Relevant tables and columns are selected by mapping the extracted intent to the database schema using schema-aware context.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 Generative AI model generates the SQL query, which is validated, executed on the database, and the results are displayed to the user.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executed query results are formatted and presented to the user in a clear, structured, and easily understandable manner.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67885" y="3766476"/>
            <a:ext cx="6940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34400" y="4781550"/>
            <a:ext cx="139065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06</a:t>
            </a:r>
            <a:endParaRPr kumimoji="0" sz="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C3505AEB-997B-A9A3-C307-5D3357246187}"/>
              </a:ext>
            </a:extLst>
          </p:cNvPr>
          <p:cNvSpPr txBox="1"/>
          <p:nvPr/>
        </p:nvSpPr>
        <p:spPr>
          <a:xfrm>
            <a:off x="-295364" y="2496909"/>
            <a:ext cx="138181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619A77-A16A-20E4-2DE4-3EF1DA290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979116-0429-4BAD-95DB-16DB299874AB}"/>
              </a:ext>
            </a:extLst>
          </p:cNvPr>
          <p:cNvSpPr/>
          <p:nvPr/>
        </p:nvSpPr>
        <p:spPr>
          <a:xfrm>
            <a:off x="228648" y="429177"/>
            <a:ext cx="822955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MODULE DESCRIPTION</a:t>
            </a:r>
          </a:p>
          <a:p>
            <a:endParaRPr lang="en-IN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User Input and Query Interpretation modules capture user queries and </a:t>
            </a:r>
            <a:r>
              <a:rPr lang="en-IN" dirty="0" err="1"/>
              <a:t>analyze</a:t>
            </a:r>
            <a:r>
              <a:rPr lang="en-IN" dirty="0"/>
              <a:t> them to understand intent and required data operations.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Schema Mapping and SQL Generation modules identify relevant schema elements and generate appropriate SQL queries using Generative AI.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Query Execution and Result Display modules execute validated SQL queries and present the results in a clear and user-friendly format.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Result Display and Feedback modules</a:t>
            </a:r>
            <a:r>
              <a:rPr lang="en-IN" dirty="0"/>
              <a:t> present the query results in a clear, structured, and user-friendly format, allowing users to easily interpret the retrieved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9764" y="462793"/>
            <a:ext cx="3017776" cy="5398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90"/>
              </a:spcBef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550" y="1169522"/>
            <a:ext cx="7990205" cy="207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0020">
              <a:lnSpc>
                <a:spcPct val="114999"/>
              </a:lnSpc>
              <a:spcBef>
                <a:spcPts val="100"/>
              </a:spcBef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30175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b="1" spc="-25" dirty="0">
                <a:latin typeface="Arial"/>
                <a:cs typeface="Arial"/>
              </a:rPr>
              <a:t>07</a:t>
            </a:r>
            <a:endParaRPr sz="75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CF415E-2524-9D2F-5E11-A2491BD30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862A0-6132-47E7-A9B6-6B8ECF135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361" y="1123950"/>
            <a:ext cx="5848581" cy="38892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9764" y="462793"/>
            <a:ext cx="3017776" cy="5398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l">
              <a:lnSpc>
                <a:spcPct val="150000"/>
              </a:lnSpc>
              <a:spcBef>
                <a:spcPts val="90"/>
              </a:spcBef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550" y="1169522"/>
            <a:ext cx="7990205" cy="207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0020">
              <a:lnSpc>
                <a:spcPct val="114999"/>
              </a:lnSpc>
              <a:spcBef>
                <a:spcPts val="100"/>
              </a:spcBef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30175" cy="1308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750" b="1" spc="-25" dirty="0">
                <a:latin typeface="Arial"/>
                <a:cs typeface="Arial"/>
              </a:rPr>
              <a:t>08</a:t>
            </a:r>
            <a:endParaRPr sz="750" dirty="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CF415E-2524-9D2F-5E11-A2491BD30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F0A453-9B49-499C-9BE4-EF43A2C0B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05258"/>
            <a:ext cx="4425908" cy="344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21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3550" y="1169522"/>
            <a:ext cx="7990205" cy="207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0020">
              <a:lnSpc>
                <a:spcPct val="114999"/>
              </a:lnSpc>
              <a:spcBef>
                <a:spcPts val="100"/>
              </a:spcBef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30175" cy="1308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750" b="1" spc="-25" dirty="0">
                <a:latin typeface="Arial"/>
                <a:cs typeface="Arial"/>
              </a:rPr>
              <a:t>09</a:t>
            </a:r>
            <a:endParaRPr sz="750" dirty="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CF415E-2524-9D2F-5E11-A2491BD30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0E255C-8256-48D3-ABE0-70D933F34EF7}"/>
              </a:ext>
            </a:extLst>
          </p:cNvPr>
          <p:cNvSpPr/>
          <p:nvPr/>
        </p:nvSpPr>
        <p:spPr>
          <a:xfrm>
            <a:off x="374952" y="834657"/>
            <a:ext cx="84874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REVIEW 1 – Basic Functionality &amp; Recreation of Base Paper (Completed)</a:t>
            </a:r>
          </a:p>
          <a:p>
            <a:endParaRPr lang="en-IN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Completed problem definition, literature survey, and documentation to understand existing research and identify gaps addressed by the project.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Designed the system architecture and implemented basic Natural Language to SQL conversion by recreating the functionality proposed in the base research paper.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Validated the feasibility of the system by generating and executing simple SQL queries from natural language inputs.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en-IN" dirty="0" err="1"/>
              <a:t>reated</a:t>
            </a:r>
            <a:r>
              <a:rPr lang="en-IN" dirty="0"/>
              <a:t> a simple HTML interface to understand the working of the SQL Buddy</a:t>
            </a:r>
          </a:p>
        </p:txBody>
      </p:sp>
    </p:spTree>
    <p:extLst>
      <p:ext uri="{BB962C8B-B14F-4D97-AF65-F5344CB8AC3E}">
        <p14:creationId xmlns:p14="http://schemas.microsoft.com/office/powerpoint/2010/main" val="2116425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3550" y="1169522"/>
            <a:ext cx="7990205" cy="207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0020">
              <a:lnSpc>
                <a:spcPct val="114999"/>
              </a:lnSpc>
              <a:spcBef>
                <a:spcPts val="100"/>
              </a:spcBef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30175" cy="1308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750" b="1" spc="-25" dirty="0">
                <a:latin typeface="Arial"/>
                <a:cs typeface="Arial"/>
              </a:rPr>
              <a:t>10</a:t>
            </a:r>
            <a:endParaRPr sz="750" dirty="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CF415E-2524-9D2F-5E11-A2491BD30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0E255C-8256-48D3-ABE0-70D933F34EF7}"/>
              </a:ext>
            </a:extLst>
          </p:cNvPr>
          <p:cNvSpPr/>
          <p:nvPr/>
        </p:nvSpPr>
        <p:spPr>
          <a:xfrm>
            <a:off x="304800" y="583623"/>
            <a:ext cx="821565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REVIEW 2 – Adding More Functionalities</a:t>
            </a:r>
          </a:p>
          <a:p>
            <a:endParaRPr lang="en-IN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Extend the system to support complex SQL queries involving joins, nested queries, aggregations, and conditional operations.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Improve query validation, error handling, and schema understanding to enhance accuracy and reliability.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Optimize performance and scalability to handle larger schemas and more diverse user queries.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</a:t>
            </a:r>
            <a:r>
              <a:rPr lang="en-IN" dirty="0"/>
              <a:t>se </a:t>
            </a:r>
            <a:r>
              <a:rPr lang="en-IN" dirty="0" err="1"/>
              <a:t>Streamlit</a:t>
            </a:r>
            <a:r>
              <a:rPr lang="en-IN" dirty="0"/>
              <a:t> to create a better good looking interface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</a:t>
            </a:r>
            <a:r>
              <a:rPr lang="en-IN" dirty="0"/>
              <a:t>e will try to incorporate voice based commands to get user’s query as input in natural language.</a:t>
            </a:r>
          </a:p>
        </p:txBody>
      </p:sp>
    </p:spTree>
    <p:extLst>
      <p:ext uri="{BB962C8B-B14F-4D97-AF65-F5344CB8AC3E}">
        <p14:creationId xmlns:p14="http://schemas.microsoft.com/office/powerpoint/2010/main" val="758765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3550" y="1169522"/>
            <a:ext cx="7990205" cy="207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0020">
              <a:lnSpc>
                <a:spcPct val="114999"/>
              </a:lnSpc>
              <a:spcBef>
                <a:spcPts val="100"/>
              </a:spcBef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30175" cy="1308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750" b="1" spc="-25" dirty="0">
                <a:latin typeface="Arial"/>
                <a:cs typeface="Arial"/>
              </a:rPr>
              <a:t>11</a:t>
            </a:r>
            <a:endParaRPr sz="750" dirty="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CF415E-2524-9D2F-5E11-A2491BD30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0E255C-8256-48D3-ABE0-70D933F34EF7}"/>
              </a:ext>
            </a:extLst>
          </p:cNvPr>
          <p:cNvSpPr/>
          <p:nvPr/>
        </p:nvSpPr>
        <p:spPr>
          <a:xfrm>
            <a:off x="304800" y="583623"/>
            <a:ext cx="7467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REVIEW 3 – Final Touch (Better UI &amp; Functionalities)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Design and implement an improved user interface that enhances usability and interaction for non-technical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Add advanced features such as result visualization, clearer feedback messages, and better query explanations.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Perform extensive testing, optimization, and final refinements to ensure real-world applicability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try to support additional types of data bases to enhance its scalability 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98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3550" y="1169522"/>
            <a:ext cx="7990205" cy="207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0020">
              <a:lnSpc>
                <a:spcPct val="114999"/>
              </a:lnSpc>
              <a:spcBef>
                <a:spcPts val="100"/>
              </a:spcBef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6125" y="67424"/>
            <a:ext cx="43389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100" b="1" dirty="0">
                <a:latin typeface="Arial"/>
                <a:cs typeface="Arial"/>
              </a:rPr>
              <a:t>DEPARTMENT OF COMPUTER SCIENCE AND ENGINEERING </a:t>
            </a:r>
            <a:endParaRPr lang="en-GB"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2025" y="4751019"/>
            <a:ext cx="130175" cy="1308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750" b="1" spc="-25" dirty="0">
                <a:latin typeface="Arial"/>
                <a:cs typeface="Arial"/>
              </a:rPr>
              <a:t>09</a:t>
            </a:r>
            <a:endParaRPr sz="750" dirty="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CF415E-2524-9D2F-5E11-A2491BD30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2250"/>
            <a:ext cx="1838367" cy="501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762876-1E8F-4D3C-A6D9-011E959EF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634499"/>
            <a:ext cx="9220200" cy="450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4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</TotalTime>
  <Words>822</Words>
  <Application>Microsoft Office PowerPoint</Application>
  <PresentationFormat>On-screen Show (16:9)</PresentationFormat>
  <Paragraphs>103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MT</vt:lpstr>
      <vt:lpstr>Calibri</vt:lpstr>
      <vt:lpstr>Times New Roman</vt:lpstr>
      <vt:lpstr>Office Theme</vt:lpstr>
      <vt:lpstr>Structured Query Language Buddy</vt:lpstr>
      <vt:lpstr>EXISTING SYSTEM</vt:lpstr>
      <vt:lpstr>PROPSED SYSTEM</vt:lpstr>
      <vt:lpstr>OBJECTIVES OF THE PROPOSED SYSTEM</vt:lpstr>
      <vt:lpstr>PowerPoint Presentation</vt:lpstr>
      <vt:lpstr>PowerPoint Presentation</vt:lpstr>
      <vt:lpstr>BLOCK DIAGRAM</vt:lpstr>
      <vt:lpstr>FLOW CHART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zeroth review</dc:title>
  <dc:creator>Mustafa</dc:creator>
  <cp:lastModifiedBy>HAFSA</cp:lastModifiedBy>
  <cp:revision>33</cp:revision>
  <dcterms:created xsi:type="dcterms:W3CDTF">2025-11-05T07:05:17Z</dcterms:created>
  <dcterms:modified xsi:type="dcterms:W3CDTF">2026-01-08T03:30:54Z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2025-11-05T00:00:00Z</vt:filetime>
  </property>
</Properties>
</file>